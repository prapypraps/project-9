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4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1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13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9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42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17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8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8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20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650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147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3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483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463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108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79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634C9C-515B-4B0F-80EC-C1607B8DA45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EEB8490-05B7-4CFE-BD75-566502F63A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3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0E-A6A3-285E-2A3F-73CFA2C95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2311143"/>
            <a:ext cx="6815669" cy="1515533"/>
          </a:xfrm>
        </p:spPr>
        <p:txBody>
          <a:bodyPr/>
          <a:lstStyle/>
          <a:p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: News Search and Sentiment Analysis Tool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87284-8664-DAC9-C1C1-6E578E5C7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By- Pradeep Kumar Chauhan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17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CDE2-7831-E3EB-8DAA-5C13606C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AF87-1C60-D381-490E-FCF7DE57B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is a web-based application that enables users to search for recent news articles related to a specific topic and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sentiment of those articles. It utilizes APIs and AI-driven natural language processing to deliver insightful feedback on news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86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AB7A-918D-57D1-7E7D-36D4F448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IN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equirements (req.txt)</a:t>
            </a:r>
            <a:br>
              <a:rPr lang="en-IN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BE2B7A-ADE0-C281-C286-7AB329DB9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2694073"/>
            <a:ext cx="5123327" cy="30293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8ECCF-636E-13AE-B665-D33AB6FA0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31" y="2846495"/>
            <a:ext cx="4621302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0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05F-B718-8F26-7095-84FFCF99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Interface</a:t>
            </a:r>
            <a:r>
              <a:rPr lang="en-IN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(app.py):</a:t>
            </a:r>
            <a:br>
              <a:rPr lang="en-IN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BA0DFC-E878-810B-DC01-4F5E901F9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194" y="2557993"/>
            <a:ext cx="3714207" cy="3317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5E0DF9-2254-BEC3-A6E4-97BE3F7D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27" y="3009659"/>
            <a:ext cx="5858955" cy="11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33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A2A3-A750-50D8-5D3A-428D480E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Article Retrieval and Analysis</a:t>
            </a:r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3D45907-EE61-0549-356F-BF5703805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735" y="2495586"/>
            <a:ext cx="4541396" cy="3317875"/>
          </a:xfrm>
          <a:prstGeom prst="rect">
            <a:avLst/>
          </a:prstGeom>
        </p:spPr>
      </p:pic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F486660D-55B8-81E3-187D-588898E7F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95586"/>
            <a:ext cx="5119198" cy="338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F98E-BAC2-4686-FFBD-3E6207B2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67793"/>
            <a:ext cx="9601196" cy="1303867"/>
          </a:xfrm>
        </p:spPr>
        <p:txBody>
          <a:bodyPr/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(.env):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Content Placeholder 3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F3CD04DF-6782-659C-694D-2CD338854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904" y="4279604"/>
            <a:ext cx="9601200" cy="1510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60E80-B253-D061-5DC4-FD09BD54F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032" y="2743104"/>
            <a:ext cx="648743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45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F6CB-5736-C01A-F9C6-6826B43C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Features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58C2-F114-02F9-2D4D-29949B4D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news fetching.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sentiment analysis powered by OpenAI.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Simple and user-friendly interface.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Clean modular code using best practices like environment variable management and separation of concerns.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7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68E0-D781-FA61-524C-D7EAC129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Limitations &amp; Suggestions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3638-9498-2379-3EB8-BBCA34A4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Currently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analyzes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only the </a:t>
            </a:r>
            <a:r>
              <a:rPr lang="en-IN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 article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returned by the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NewsAPI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a </a:t>
            </a:r>
            <a:r>
              <a:rPr lang="en-IN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snippet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(first 20 tokens) of the article content is used, which may limit analysis quality.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Could be improved by: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Processing more articles for a broader sentiment picture.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more of the article content (while managing token limits).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588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3A5C-C0BA-4E51-13DF-8BC54640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777066"/>
            <a:ext cx="9601196" cy="1303867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017271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197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Courier New</vt:lpstr>
      <vt:lpstr>Garamond</vt:lpstr>
      <vt:lpstr>Symbol</vt:lpstr>
      <vt:lpstr>Organic</vt:lpstr>
      <vt:lpstr>                Project : News Search and Sentiment Analysis Tool </vt:lpstr>
      <vt:lpstr>Overview </vt:lpstr>
      <vt:lpstr>Requirements (req.txt) </vt:lpstr>
      <vt:lpstr>User Interface (app.py): </vt:lpstr>
      <vt:lpstr>Article Retrieval and Analysis </vt:lpstr>
      <vt:lpstr>Security (.env): </vt:lpstr>
      <vt:lpstr>Key Features </vt:lpstr>
      <vt:lpstr>Limitations &amp; Suggestions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Chauhan</dc:creator>
  <cp:lastModifiedBy>Pradeep Chauhan</cp:lastModifiedBy>
  <cp:revision>1</cp:revision>
  <dcterms:created xsi:type="dcterms:W3CDTF">2025-04-14T01:33:12Z</dcterms:created>
  <dcterms:modified xsi:type="dcterms:W3CDTF">2025-04-14T01:51:01Z</dcterms:modified>
</cp:coreProperties>
</file>